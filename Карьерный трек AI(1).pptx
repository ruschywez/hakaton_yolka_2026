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5" r:id="rId6"/>
    <p:sldId id="269" r:id="rId7"/>
    <p:sldId id="270" r:id="rId8"/>
    <p:sldId id="272" r:id="rId9"/>
    <p:sldId id="273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9420"/>
    <a:srgbClr val="365422"/>
    <a:srgbClr val="11E393"/>
    <a:srgbClr val="B50970"/>
    <a:srgbClr val="333971"/>
    <a:srgbClr val="062754"/>
    <a:srgbClr val="323B54"/>
    <a:srgbClr val="E02016"/>
    <a:srgbClr val="D1E502"/>
    <a:srgbClr val="0B7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8 Penisstalina03" userId="3c755f1793383130" providerId="LiveId" clId="{01C2E293-23E2-4631-8355-A4AA4C68159C}"/>
    <pc:docChg chg="delSld modSld">
      <pc:chgData name="8 Penisstalina03" userId="3c755f1793383130" providerId="LiveId" clId="{01C2E293-23E2-4631-8355-A4AA4C68159C}" dt="2026-04-05T02:41:25.004" v="70"/>
      <pc:docMkLst>
        <pc:docMk/>
      </pc:docMkLst>
      <pc:sldChg chg="modSp mod modTransition">
        <pc:chgData name="8 Penisstalina03" userId="3c755f1793383130" providerId="LiveId" clId="{01C2E293-23E2-4631-8355-A4AA4C68159C}" dt="2026-04-05T02:39:32.024" v="53"/>
        <pc:sldMkLst>
          <pc:docMk/>
          <pc:sldMk cId="720928810" sldId="256"/>
        </pc:sldMkLst>
        <pc:picChg chg="mod modCrop">
          <ac:chgData name="8 Penisstalina03" userId="3c755f1793383130" providerId="LiveId" clId="{01C2E293-23E2-4631-8355-A4AA4C68159C}" dt="2026-04-05T02:15:52.226" v="0" actId="732"/>
          <ac:picMkLst>
            <pc:docMk/>
            <pc:sldMk cId="720928810" sldId="256"/>
            <ac:picMk id="6" creationId="{A50E725F-6AA1-1366-E136-40D4C2D2F1A4}"/>
          </ac:picMkLst>
        </pc:picChg>
      </pc:sldChg>
      <pc:sldChg chg="addSp modSp mod modTransition">
        <pc:chgData name="8 Penisstalina03" userId="3c755f1793383130" providerId="LiveId" clId="{01C2E293-23E2-4631-8355-A4AA4C68159C}" dt="2026-04-05T02:39:37.075" v="54"/>
        <pc:sldMkLst>
          <pc:docMk/>
          <pc:sldMk cId="2059971362" sldId="257"/>
        </pc:sldMkLst>
        <pc:picChg chg="add mod">
          <ac:chgData name="8 Penisstalina03" userId="3c755f1793383130" providerId="LiveId" clId="{01C2E293-23E2-4631-8355-A4AA4C68159C}" dt="2026-04-05T02:23:45.193" v="7" actId="1076"/>
          <ac:picMkLst>
            <pc:docMk/>
            <pc:sldMk cId="2059971362" sldId="257"/>
            <ac:picMk id="5" creationId="{AA381B5C-6389-62A5-9F74-19769192A045}"/>
          </ac:picMkLst>
        </pc:picChg>
      </pc:sldChg>
      <pc:sldChg chg="addSp modSp mod modTransition">
        <pc:chgData name="8 Penisstalina03" userId="3c755f1793383130" providerId="LiveId" clId="{01C2E293-23E2-4631-8355-A4AA4C68159C}" dt="2026-04-05T02:40:06.085" v="60"/>
        <pc:sldMkLst>
          <pc:docMk/>
          <pc:sldMk cId="3026865914" sldId="258"/>
        </pc:sldMkLst>
        <pc:spChg chg="mod">
          <ac:chgData name="8 Penisstalina03" userId="3c755f1793383130" providerId="LiveId" clId="{01C2E293-23E2-4631-8355-A4AA4C68159C}" dt="2026-04-05T02:38:54.083" v="46" actId="113"/>
          <ac:spMkLst>
            <pc:docMk/>
            <pc:sldMk cId="3026865914" sldId="258"/>
            <ac:spMk id="3" creationId="{5ACFCE3B-D4B3-6743-AC05-A671F006A87F}"/>
          </ac:spMkLst>
        </pc:spChg>
        <pc:spChg chg="mod">
          <ac:chgData name="8 Penisstalina03" userId="3c755f1793383130" providerId="LiveId" clId="{01C2E293-23E2-4631-8355-A4AA4C68159C}" dt="2026-04-05T02:38:56.396" v="47" actId="113"/>
          <ac:spMkLst>
            <pc:docMk/>
            <pc:sldMk cId="3026865914" sldId="258"/>
            <ac:spMk id="4" creationId="{B63948A2-1878-C59B-800C-799926D7FD27}"/>
          </ac:spMkLst>
        </pc:spChg>
        <pc:picChg chg="add mod">
          <ac:chgData name="8 Penisstalina03" userId="3c755f1793383130" providerId="LiveId" clId="{01C2E293-23E2-4631-8355-A4AA4C68159C}" dt="2026-04-05T02:34:29.562" v="35" actId="1076"/>
          <ac:picMkLst>
            <pc:docMk/>
            <pc:sldMk cId="3026865914" sldId="258"/>
            <ac:picMk id="10" creationId="{AA3A8EDA-CEAB-84AC-4A98-CAF142E06033}"/>
          </ac:picMkLst>
        </pc:picChg>
      </pc:sldChg>
      <pc:sldChg chg="modTransition">
        <pc:chgData name="8 Penisstalina03" userId="3c755f1793383130" providerId="LiveId" clId="{01C2E293-23E2-4631-8355-A4AA4C68159C}" dt="2026-04-05T02:39:49.858" v="57"/>
        <pc:sldMkLst>
          <pc:docMk/>
          <pc:sldMk cId="2738333506" sldId="259"/>
        </pc:sldMkLst>
      </pc:sldChg>
      <pc:sldChg chg="addSp modSp mod modTransition">
        <pc:chgData name="8 Penisstalina03" userId="3c755f1793383130" providerId="LiveId" clId="{01C2E293-23E2-4631-8355-A4AA4C68159C}" dt="2026-04-05T02:39:54.057" v="58"/>
        <pc:sldMkLst>
          <pc:docMk/>
          <pc:sldMk cId="1498472338" sldId="260"/>
        </pc:sldMkLst>
        <pc:picChg chg="add mod">
          <ac:chgData name="8 Penisstalina03" userId="3c755f1793383130" providerId="LiveId" clId="{01C2E293-23E2-4631-8355-A4AA4C68159C}" dt="2026-04-05T02:28:13.353" v="18" actId="1076"/>
          <ac:picMkLst>
            <pc:docMk/>
            <pc:sldMk cId="1498472338" sldId="260"/>
            <ac:picMk id="7" creationId="{1578BBC3-D5A4-A88F-2B12-1B3FDA4A3F1B}"/>
          </ac:picMkLst>
        </pc:picChg>
      </pc:sldChg>
      <pc:sldChg chg="del">
        <pc:chgData name="8 Penisstalina03" userId="3c755f1793383130" providerId="LiveId" clId="{01C2E293-23E2-4631-8355-A4AA4C68159C}" dt="2026-04-05T02:38:21.197" v="44" actId="2696"/>
        <pc:sldMkLst>
          <pc:docMk/>
          <pc:sldMk cId="1687340835" sldId="261"/>
        </pc:sldMkLst>
      </pc:sldChg>
      <pc:sldChg chg="addSp modSp mod modTransition">
        <pc:chgData name="8 Penisstalina03" userId="3c755f1793383130" providerId="LiveId" clId="{01C2E293-23E2-4631-8355-A4AA4C68159C}" dt="2026-04-05T02:40:13.507" v="61"/>
        <pc:sldMkLst>
          <pc:docMk/>
          <pc:sldMk cId="1807270157" sldId="262"/>
        </pc:sldMkLst>
        <pc:picChg chg="add mod">
          <ac:chgData name="8 Penisstalina03" userId="3c755f1793383130" providerId="LiveId" clId="{01C2E293-23E2-4631-8355-A4AA4C68159C}" dt="2026-04-05T02:24:58.913" v="10" actId="1076"/>
          <ac:picMkLst>
            <pc:docMk/>
            <pc:sldMk cId="1807270157" sldId="262"/>
            <ac:picMk id="13" creationId="{05943730-7FDE-7299-2958-2A634122FD3B}"/>
          </ac:picMkLst>
        </pc:picChg>
      </pc:sldChg>
      <pc:sldChg chg="modTransition">
        <pc:chgData name="8 Penisstalina03" userId="3c755f1793383130" providerId="LiveId" clId="{01C2E293-23E2-4631-8355-A4AA4C68159C}" dt="2026-04-05T02:40:19.237" v="62"/>
        <pc:sldMkLst>
          <pc:docMk/>
          <pc:sldMk cId="2403020583" sldId="263"/>
        </pc:sldMkLst>
      </pc:sldChg>
      <pc:sldChg chg="modTransition">
        <pc:chgData name="8 Penisstalina03" userId="3c755f1793383130" providerId="LiveId" clId="{01C2E293-23E2-4631-8355-A4AA4C68159C}" dt="2026-04-05T02:40:28.964" v="63"/>
        <pc:sldMkLst>
          <pc:docMk/>
          <pc:sldMk cId="1446884331" sldId="264"/>
        </pc:sldMkLst>
      </pc:sldChg>
      <pc:sldChg chg="addSp modSp mod modTransition">
        <pc:chgData name="8 Penisstalina03" userId="3c755f1793383130" providerId="LiveId" clId="{01C2E293-23E2-4631-8355-A4AA4C68159C}" dt="2026-04-05T02:40:33.564" v="64"/>
        <pc:sldMkLst>
          <pc:docMk/>
          <pc:sldMk cId="2618935567" sldId="265"/>
        </pc:sldMkLst>
        <pc:picChg chg="add mod">
          <ac:chgData name="8 Penisstalina03" userId="3c755f1793383130" providerId="LiveId" clId="{01C2E293-23E2-4631-8355-A4AA4C68159C}" dt="2026-04-05T02:26:34.762" v="13" actId="1076"/>
          <ac:picMkLst>
            <pc:docMk/>
            <pc:sldMk cId="2618935567" sldId="265"/>
            <ac:picMk id="15" creationId="{61B42DF7-313E-FBDB-C076-86B06B650FDA}"/>
          </ac:picMkLst>
        </pc:picChg>
      </pc:sldChg>
      <pc:sldChg chg="modTransition">
        <pc:chgData name="8 Penisstalina03" userId="3c755f1793383130" providerId="LiveId" clId="{01C2E293-23E2-4631-8355-A4AA4C68159C}" dt="2026-04-05T02:40:39.054" v="65"/>
        <pc:sldMkLst>
          <pc:docMk/>
          <pc:sldMk cId="3286538892" sldId="266"/>
        </pc:sldMkLst>
      </pc:sldChg>
      <pc:sldChg chg="addSp modSp mod modTransition">
        <pc:chgData name="8 Penisstalina03" userId="3c755f1793383130" providerId="LiveId" clId="{01C2E293-23E2-4631-8355-A4AA4C68159C}" dt="2026-04-05T02:40:45.130" v="66"/>
        <pc:sldMkLst>
          <pc:docMk/>
          <pc:sldMk cId="772225493" sldId="267"/>
        </pc:sldMkLst>
        <pc:picChg chg="add mod">
          <ac:chgData name="8 Penisstalina03" userId="3c755f1793383130" providerId="LiveId" clId="{01C2E293-23E2-4631-8355-A4AA4C68159C}" dt="2026-04-05T02:35:39.905" v="38" actId="1076"/>
          <ac:picMkLst>
            <pc:docMk/>
            <pc:sldMk cId="772225493" sldId="267"/>
            <ac:picMk id="8" creationId="{EB849A3F-7EF6-6534-F691-4B9B312C7D50}"/>
          </ac:picMkLst>
        </pc:picChg>
      </pc:sldChg>
      <pc:sldChg chg="modTransition">
        <pc:chgData name="8 Penisstalina03" userId="3c755f1793383130" providerId="LiveId" clId="{01C2E293-23E2-4631-8355-A4AA4C68159C}" dt="2026-04-05T02:40:52.069" v="67"/>
        <pc:sldMkLst>
          <pc:docMk/>
          <pc:sldMk cId="2623100364" sldId="268"/>
        </pc:sldMkLst>
      </pc:sldChg>
      <pc:sldChg chg="addSp modSp mod modTransition">
        <pc:chgData name="8 Penisstalina03" userId="3c755f1793383130" providerId="LiveId" clId="{01C2E293-23E2-4631-8355-A4AA4C68159C}" dt="2026-04-05T02:41:00.501" v="68"/>
        <pc:sldMkLst>
          <pc:docMk/>
          <pc:sldMk cId="2960713162" sldId="269"/>
        </pc:sldMkLst>
        <pc:spChg chg="mod">
          <ac:chgData name="8 Penisstalina03" userId="3c755f1793383130" providerId="LiveId" clId="{01C2E293-23E2-4631-8355-A4AA4C68159C}" dt="2026-04-05T02:38:44.355" v="45" actId="113"/>
          <ac:spMkLst>
            <pc:docMk/>
            <pc:sldMk cId="2960713162" sldId="269"/>
            <ac:spMk id="15" creationId="{81FC5466-E0E4-52E5-AB34-F3698856FAC0}"/>
          </ac:spMkLst>
        </pc:spChg>
        <pc:picChg chg="add mod">
          <ac:chgData name="8 Penisstalina03" userId="3c755f1793383130" providerId="LiveId" clId="{01C2E293-23E2-4631-8355-A4AA4C68159C}" dt="2026-04-05T02:29:36.115" v="21" actId="1076"/>
          <ac:picMkLst>
            <pc:docMk/>
            <pc:sldMk cId="2960713162" sldId="269"/>
            <ac:picMk id="22" creationId="{01911BE1-D3A2-6114-3BFA-39150E91048A}"/>
          </ac:picMkLst>
        </pc:picChg>
      </pc:sldChg>
      <pc:sldChg chg="addSp modSp mod modTransition">
        <pc:chgData name="8 Penisstalina03" userId="3c755f1793383130" providerId="LiveId" clId="{01C2E293-23E2-4631-8355-A4AA4C68159C}" dt="2026-04-05T02:41:13.898" v="69"/>
        <pc:sldMkLst>
          <pc:docMk/>
          <pc:sldMk cId="752868961" sldId="270"/>
        </pc:sldMkLst>
        <pc:picChg chg="add mod">
          <ac:chgData name="8 Penisstalina03" userId="3c755f1793383130" providerId="LiveId" clId="{01C2E293-23E2-4631-8355-A4AA4C68159C}" dt="2026-04-05T02:37:21.873" v="43" actId="1076"/>
          <ac:picMkLst>
            <pc:docMk/>
            <pc:sldMk cId="752868961" sldId="270"/>
            <ac:picMk id="4" creationId="{DBCA36A9-3413-010B-A4ED-7C16B302A6B3}"/>
          </ac:picMkLst>
        </pc:picChg>
      </pc:sldChg>
      <pc:sldChg chg="addSp modSp mod modTransition">
        <pc:chgData name="8 Penisstalina03" userId="3c755f1793383130" providerId="LiveId" clId="{01C2E293-23E2-4631-8355-A4AA4C68159C}" dt="2026-04-05T02:41:25.004" v="70"/>
        <pc:sldMkLst>
          <pc:docMk/>
          <pc:sldMk cId="527420019" sldId="271"/>
        </pc:sldMkLst>
        <pc:picChg chg="add mod">
          <ac:chgData name="8 Penisstalina03" userId="3c755f1793383130" providerId="LiveId" clId="{01C2E293-23E2-4631-8355-A4AA4C68159C}" dt="2026-04-05T02:32:15.665" v="26" actId="1076"/>
          <ac:picMkLst>
            <pc:docMk/>
            <pc:sldMk cId="527420019" sldId="271"/>
            <ac:picMk id="3" creationId="{087A16B2-B67F-32A2-799A-FA456F1F1DD2}"/>
          </ac:picMkLst>
        </pc:picChg>
        <pc:picChg chg="add mod">
          <ac:chgData name="8 Penisstalina03" userId="3c755f1793383130" providerId="LiveId" clId="{01C2E293-23E2-4631-8355-A4AA4C68159C}" dt="2026-04-05T02:33:14.257" v="30" actId="14100"/>
          <ac:picMkLst>
            <pc:docMk/>
            <pc:sldMk cId="527420019" sldId="271"/>
            <ac:picMk id="5" creationId="{EE268D2C-5A21-4282-67AC-597167C0496F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34.8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502 1845 24575,'5'-1'0,"1"0"0,0 0 0,-1-1 0,1 1 0,-1-1 0,1-1 0,-1 1 0,0-1 0,0 0 0,6-4 0,-5 3 0,0 0 0,1 1 0,-1-1 0,1 2 0,0-1 0,10-2 0,-8 3 0,-1 0 0,1-1 0,-1 0 0,0 0 0,0-1 0,0 0 0,-1 0 0,1-1 0,-1 0 0,0 0 0,0 0 0,6-8 0,-2 4 0,-2 2 0,0 1 0,1 0 0,0 1 0,0 0 0,0 1 0,1 0 0,-1 0 0,21-3 0,22-8 0,-26 5 0,0 0 0,-1-2 0,39-23 0,-31 11 0,44-39 0,-78 63 0,5-4 0,0 0 0,-1 0 0,1-1 0,-1 0 0,0 1 0,5-9 0,-9 11 0,1 1 0,-1 0 0,1 0 0,-1 0 0,0-1 0,0 1 0,1 0 0,-1-1 0,0 1 0,0 0 0,0-1 0,0 1 0,-1 0 0,1 0 0,0-1 0,0 1 0,-1 0 0,1 0 0,-1-1 0,1 1 0,-1 0 0,0 0 0,1 0 0,-1 0 0,0 0 0,0 0 0,0 0 0,1 0 0,-1 0 0,0 0 0,0 0 0,-1 1 0,1-1 0,0 0 0,0 1 0,0-1 0,0 1 0,0-1 0,-3 0 0,-6-3 0,0 0 0,-1 0 0,0 1 0,0 0 0,0 1 0,0 0 0,-14 0 0,-84 4 0,43 0 0,-6 2 0,-132 23 0,73-7 0,84-16 0,36-4 0,1 1 0,-1 0 0,1 0 0,-1 1 0,1 1 0,0 0 0,0 0 0,0 1 0,0 0 0,0 0 0,-9 7 0,-26 19 0,-1-3 0,-1-2 0,-2-2 0,-54 18 0,102-41 0,1 1 0,-1-1 0,0 0 0,0 1 0,1-1 0,-1 0 0,0 1 0,0-1 0,0 0 0,1 0 0,-1 0 0,0 0 0,0 0 0,0 0 0,0 0 0,1 0 0,-1 0 0,0 0 0,0 0 0,0-1 0,1 1 0,-1 0 0,0-1 0,0 1 0,1 0 0,-1-1 0,-1 0 0,2 0 0,-1 0 0,1 0 0,0-1 0,0 1 0,0 0 0,0 0 0,0 0 0,0 0 0,0 0 0,0 0 0,0 0 0,1 0 0,-1-1 0,0 1 0,1 0 0,-1 0 0,1-1 0,27-42 0,8 0 0,-24 28 0,1 1 0,0 1 0,20-19 0,-26 28 0,20-18 0,1 1 0,1 1 0,0 2 0,55-26 0,-36 21 0,-38 18 0,1 0 0,0 1 0,0 0 0,0 1 0,0 0 0,22-3 0,-6 3 0,0-2 0,-1 0 0,0-1 0,0-2 0,-1-1 0,48-25 0,-60 25 0,-1 1 0,0-2 0,-1 0 0,13-15 0,-15 15 0,1 0 0,0 1 0,0 1 0,1 0 0,0 0 0,13-7 0,-16 12 0,18-13 0,-25 10 0,-18 3 0,36 5 0,-13-1 0,-1 0 0,1 1 0,-1-1 0,1 1 0,-1 1 0,1-1 0,-1 1 0,1-1 0,-1 1 0,0 1 0,0-1 0,0 1 0,0 0 0,4 4 0,7 5 0,1 0 0,-1-1 0,29 13 0,11 8 0,-49-27 0,8 5 0,1-1 0,-1 0 0,1 0 0,1-2 0,19 6 0,-32-11 0,0-1 0,0 0 0,1-1 0,-1 1 0,0-1 0,1 0 0,-1 0 0,0 0 0,1-1 0,-1 1 0,0-1 0,0 0 0,1 0 0,-1-1 0,0 1 0,0-1 0,0 0 0,-1 0 0,1 0 0,0-1 0,-1 1 0,1-1 0,-1 0 0,0 0 0,0 0 0,0 0 0,3-5 0,2-3 0,-1 0 0,0 0 0,-1 0 0,0-1 0,-1 0 0,0 0 0,4-20 0,18-37 0,-20 53 0,0-1 0,-1 0 0,5-18 0,-11 30 0,0-1 0,0 1 0,-1 0 0,1 0 0,-1 0 0,0 0 0,-1 0 0,1 0 0,-1 0 0,0 0 0,0 1 0,-3-7 0,-37-56 0,35 57 0,4 6 0,0 0 0,0 0 0,-1 1 0,1-1 0,-1 1 0,0 0 0,0 0 0,0 0 0,-1 0 0,1 1 0,-1-1 0,1 1 0,-1 0 0,0 1 0,0-1 0,1 1 0,-10-1 0,-4 0 0,-1 1 0,0 1 0,-28 4 0,35-3 0,7 0 0,0 0 0,-1 1 0,1-1 0,0 1 0,0 0 0,0 0 0,0 1 0,0 0 0,0 0 0,-8 6 0,-44 46 0,20-19 0,-10-2 0,48-34 0,-1 1 0,1-1 0,0 1 0,-1 0 0,1-1 0,0 0 0,0 1 0,0-1 0,0 1 0,-1-1 0,1 0 0,0 1 0,0-1 0,0 0 0,0 0 0,0 0 0,0 0 0,0 0 0,0 0 0,0 0 0,0 0 0,0 0 0,-1 0 0,2-1 0,34 2 0,-21-2 0,-1 0 0,1 0 0,0-1 0,-1-1 0,1-1 0,-1 0 0,0-1 0,0 0 0,-1-1 0,15-8 0,-27 13 0,0 0 0,0 0 0,0 0 0,-1-1 0,1 1 0,0 0 0,-1 0 0,1 0 0,-1-1 0,1 1 0,-1 0 0,0 0 0,1-1 0,-1 1 0,0 0 0,0-1 0,0 1 0,0 0 0,0-1 0,0 1 0,0 0 0,0-1 0,-1 1 0,1 0 0,-1-3 0,-16-41 0,9 24 0,-2-11 0,2-1 0,-7-53 0,13 69 0,1 0 0,1-1 0,0 1 0,1 0 0,1 0 0,1 0 0,4-17 0,46-77 0,-46 63 0,-8 43 0,1 1 0,0 0 0,1 0 0,-1 0 0,1 0 0,0 0 0,-1 0 0,2 0 0,-1 0 0,0 0 0,1 0 0,0 0 0,0 1 0,0-1 0,0 1 0,5-6 0,-3 4 0,0 1 0,-1-1 0,0 0 0,0 0 0,0 0 0,0-1 0,-1 1 0,0-1 0,0 1 0,-1-1 0,1 0 0,-1 0 0,0-6 0,12-41 0,-11 51 0,-1-1 0,1 1 0,0-1 0,0 1 0,0 0 0,0 0 0,0 0 0,0 0 0,0 0 0,1 0 0,-1 0 0,1 1 0,-1-1 0,1 1 0,0 0 0,0 0 0,-1 0 0,1 0 0,0 0 0,0 1 0,0-1 0,0 1 0,0 0 0,0 0 0,0 0 0,0 0 0,0 0 0,4 2 0,-2-2 0,0 1 0,0 0 0,-1 0 0,1 0 0,-1 1 0,1 0 0,-1 0 0,1 0 0,-1 0 0,0 0 0,0 1 0,0 0 0,-1 0 0,1 0 0,0 0 0,4 7 0,2 11 0,-1 0 0,-1 0 0,-1 1 0,-1 0 0,-1 0 0,-1 0 0,1 28 0,3 5 0,-3 4 0,-5-49 0,0 0 0,1 0 0,0 0 0,1-1 0,0 1 0,0 0 0,1-1 0,0 0 0,6 13 0,48 70 0,-54-86 0,0 1 0,0 0 0,-1 0 0,0 1 0,-1-1 0,0 0 0,0 1 0,0-1 0,-1 0 0,0 1 0,-2 13 0,2-9 0,0-1 0,0 1 0,3 19 0,1-4 0,-1 0 0,-1 0 0,-1 0 0,-6 45 0,5-70-44,0 0 0,0 0 0,-1-1 0,1 1 0,-1 0 0,1 0 0,-1-1 0,1 1 0,-1 0 0,0-1 0,0 1 0,0-1 0,0 1 0,0-1 0,0 1 0,-1-1 0,1 0 0,0 0-1,-1 1 1,1-1 0,-1 0 0,1 0 0,-1 0 0,1-1 0,-1 1 0,0 0 0,1-1 0,-1 1 0,0-1 0,-3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13.8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1508 0 24575,'-3'2'0,"0"1"0,0-1 0,0 0 0,0 1 0,0 0 0,0-1 0,1 1 0,0 0 0,-1 0 0,1 1 0,0-1 0,-2 5 0,-6 7 0,-28 34 0,3 2 0,-32 58 0,33-53 0,-3-2 0,-83 94 0,107-135 0,0-1 0,-1 0 0,-19 12 0,-27 22 0,30-22 0,22-17 0,0-1 0,0 1 0,1 0 0,0 1 0,-7 9 0,-6 13 0,0-1 0,-2-2 0,0 0 0,-2-1 0,-52 42 0,66-59 0,0 0 0,1 1 0,0 0 0,0 0 0,1 1 0,0 0 0,1 1 0,0 0 0,1 0 0,-8 22 0,5-13 0,-1-1 0,-19 30 0,-6 4 0,2 2 0,-39 93 0,-5 11 0,70-149 0,0-1 0,-1-1 0,0 1 0,-1-1 0,0 0 0,-10 7 0,-29 31 0,4-4 0,35-36 0,0 1 0,1 0 0,0 0 0,0 1 0,-8 13 0,-1 5 0,1 0 0,1 2 0,2-1 0,1 2 0,-15 54 0,0 46 0,26-120-195,-2 1 0,1-1 0,-1 0 0,0 0 0,-1-1 0,-5 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16.0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1609 0 24575,'-2'4'0,"0"-1"0,0 0 0,-1 0 0,1 0 0,-1 0 0,0 0 0,0-1 0,0 1 0,0-1 0,0 0 0,-1 0 0,-3 2 0,-8 6 0,-4 6 0,1 1 0,1 1 0,0 0 0,1 1 0,1 1 0,-20 36 0,25-40 0,-1-1 0,-18 20 0,19-24 0,0 2 0,0-1 0,1 1 0,-11 23 0,-93 168 0,97-176 0,-1 1 0,-1-2 0,-2-1 0,-1 0 0,0-1 0,-27 23 0,34-32 0,1 1 0,1 1 0,0 0 0,2 0 0,0 1 0,-11 31 0,-21 36 0,-59 75 0,59-74 0,-12 21 0,5-20 0,-25 40 0,42-73 0,24-40 0,-1 0 0,0 0 0,-14 16 0,-59 67 0,-109 117 0,175-197 0,0 1 0,0 1 0,2 0 0,-13 25 0,11-18 0,-31 40 0,-27 18-1365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17.7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1447 0 24575,'0'10'0,"-1"-1"0,0 0 0,-1 1 0,0-1 0,0 0 0,-1 0 0,0 0 0,-8 16 0,-4 0 0,-27 37 0,27-41 0,1 0 0,-17 34 0,20-34 0,-1-1 0,-1 0 0,-15 18 0,-15 22 0,-73 105 0,77-106 0,12-17 0,-1-1 0,-36 38 0,-28 42 0,29-36 0,-14 17 0,43-61 0,21-25 0,0-1 0,0 0 0,-23 18 0,20-19 0,1 1 0,1 1 0,-21 27 0,-20 24 0,-7 4 0,-62 70 0,110-124 0,0 1 0,2 0 0,0 0 0,-13 29 0,1-3 0,-4 7 0,15-25 0,-1-2 0,-1 0 0,-21 26 0,27-40-227,1 1-1,0 0 1,1 0-1,0 1 1,-9 21-1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19.3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3 365 24575,'0'-43'0,"-2"28"0,1 0 0,1 0 0,1-1 0,0 1 0,0 0 0,2 0 0,0 0 0,1 0 0,0 1 0,13-28 0,-13 34 14,-1 0 0,0 0 1,0 0-1,-1 0 0,0 0 0,0-1 0,0-15 0,6-24-1492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20.5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78 0 24575,'0'5'0,"-4"1"0,-2 4 0,-5 5 0,1 4 0,-4 0 0,-3-4 0,1-1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22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47.9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1 119 24575,'1'-7'0,"1"0"0,0 0 0,1 0 0,-1 0 0,8-12 0,1-2 0,-10 17-40,1 1 1,0-1-1,0 1 0,0 0 0,0 0 1,0 0-1,1 0 0,-1 1 0,1-1 0,5-3 1,-1 0-889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49.3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24575,'1'0'0,"1"1"0,0 0 0,2 1 0,0 0 0,0 0 0,0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50.1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1 24575,'0'1'0,"0"1"0,0 2 0,0 2 0,0 0 0,0 0 0,0 1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5T02:55:51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66 24575,'0'-2'0,"1"1"0,0-2 0,1 0 0,0-1 0,0 0 0,0-1 0,1 1 0,0 0 0,1 1 0,-2-1 0,2 0 0,-2 0 0,2 0 0,-1-2 0,-1 1 0,1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7170" y="1041400"/>
            <a:ext cx="6640287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rgbClr val="33397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7170" y="3521075"/>
            <a:ext cx="6640287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328214"/>
            <a:ext cx="1627162" cy="365125"/>
          </a:xfrm>
        </p:spPr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835704" y="6328214"/>
            <a:ext cx="285574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9920" y="6328215"/>
            <a:ext cx="977537" cy="365125"/>
          </a:xfrm>
        </p:spPr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4" y="1683613"/>
            <a:ext cx="6923508" cy="2852737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33397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4" y="4563338"/>
            <a:ext cx="69235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943" y="1873975"/>
            <a:ext cx="420624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0926" y="1873975"/>
            <a:ext cx="429768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299811"/>
            <a:ext cx="862366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0" y="1615849"/>
            <a:ext cx="43891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941" y="2439761"/>
            <a:ext cx="438912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1629" y="1615849"/>
            <a:ext cx="411697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11629" y="2439761"/>
            <a:ext cx="411697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465138"/>
            <a:ext cx="3099980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4" y="465138"/>
            <a:ext cx="5371011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943" y="2065338"/>
            <a:ext cx="309998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4" y="483326"/>
            <a:ext cx="2677886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18899" y="483326"/>
            <a:ext cx="5809707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944" y="2083526"/>
            <a:ext cx="267788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prezentr.com/?utm_source=templates&amp;utm_medium=presentation&amp;utm_campaign=free_downloads_2020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4943" y="417376"/>
            <a:ext cx="86236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3" y="1841862"/>
            <a:ext cx="8623663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4943" y="6559826"/>
            <a:ext cx="2183674" cy="25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76D79ED-3FA7-4EF8-964B-EB8BCFAB02F8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8899" y="6559826"/>
            <a:ext cx="3275511" cy="25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8451" y="6559827"/>
            <a:ext cx="1011041" cy="2544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  <a:hlinkClick r:id="rId13"/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ln>
            <a:solidFill>
              <a:srgbClr val="062754"/>
            </a:solidFill>
          </a:ln>
          <a:solidFill>
            <a:srgbClr val="33397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7.png"/><Relationship Id="rId18" Type="http://schemas.openxmlformats.org/officeDocument/2006/relationships/customXml" Target="../ink/ink5.xml"/><Relationship Id="rId26" Type="http://schemas.openxmlformats.org/officeDocument/2006/relationships/customXml" Target="../ink/ink9.xml"/><Relationship Id="rId3" Type="http://schemas.openxmlformats.org/officeDocument/2006/relationships/hyperlink" Target="https://github.com/leowrre" TargetMode="External"/><Relationship Id="rId21" Type="http://schemas.openxmlformats.org/officeDocument/2006/relationships/image" Target="../media/image31.png"/><Relationship Id="rId7" Type="http://schemas.openxmlformats.org/officeDocument/2006/relationships/image" Target="../media/image17.jpeg"/><Relationship Id="rId12" Type="http://schemas.openxmlformats.org/officeDocument/2006/relationships/customXml" Target="../ink/ink2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customXml" Target="../ink/ink4.xml"/><Relationship Id="rId20" Type="http://schemas.openxmlformats.org/officeDocument/2006/relationships/customXml" Target="../ink/ink6.xml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hyterasy" TargetMode="External"/><Relationship Id="rId11" Type="http://schemas.openxmlformats.org/officeDocument/2006/relationships/image" Target="../media/image26.png"/><Relationship Id="rId24" Type="http://schemas.openxmlformats.org/officeDocument/2006/relationships/customXml" Target="../ink/ink8.xml"/><Relationship Id="rId5" Type="http://schemas.openxmlformats.org/officeDocument/2006/relationships/hyperlink" Target="https://github.com/Ruschywez" TargetMode="Externa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10.xml"/><Relationship Id="rId10" Type="http://schemas.openxmlformats.org/officeDocument/2006/relationships/customXml" Target="../ink/ink1.xml"/><Relationship Id="rId19" Type="http://schemas.openxmlformats.org/officeDocument/2006/relationships/image" Target="../media/image30.png"/><Relationship Id="rId31" Type="http://schemas.openxmlformats.org/officeDocument/2006/relationships/image" Target="../media/image36.png"/><Relationship Id="rId4" Type="http://schemas.openxmlformats.org/officeDocument/2006/relationships/hyperlink" Target="https://github.com/EinKamerad" TargetMode="External"/><Relationship Id="rId9" Type="http://schemas.openxmlformats.org/officeDocument/2006/relationships/image" Target="../media/image19.jpg"/><Relationship Id="rId14" Type="http://schemas.openxmlformats.org/officeDocument/2006/relationships/customXml" Target="../ink/ink3.xml"/><Relationship Id="rId22" Type="http://schemas.openxmlformats.org/officeDocument/2006/relationships/customXml" Target="../ink/ink7.xml"/><Relationship Id="rId27" Type="http://schemas.openxmlformats.org/officeDocument/2006/relationships/image" Target="../media/image34.png"/><Relationship Id="rId30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5616" y="1041400"/>
            <a:ext cx="7231310" cy="2387600"/>
          </a:xfrm>
        </p:spPr>
        <p:txBody>
          <a:bodyPr/>
          <a:lstStyle/>
          <a:p>
            <a:r>
              <a:rPr lang="ru-RU" dirty="0"/>
              <a:t>Карьерный трек </a:t>
            </a:r>
            <a:r>
              <a:rPr lang="en-US" dirty="0"/>
              <a:t>AI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0E725F-6AA1-1366-E136-40D4C2D2F1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3"/>
          <a:stretch>
            <a:fillRect/>
          </a:stretch>
        </p:blipFill>
        <p:spPr>
          <a:xfrm>
            <a:off x="0" y="1566179"/>
            <a:ext cx="894605" cy="4264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02E138-144F-DD29-FD61-D1739A25E8B4}"/>
              </a:ext>
            </a:extLst>
          </p:cNvPr>
          <p:cNvSpPr txBox="1"/>
          <p:nvPr/>
        </p:nvSpPr>
        <p:spPr>
          <a:xfrm>
            <a:off x="4865616" y="6121803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sudo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rm -rf ~/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F7D9A4-6EDD-5BF3-5E7B-1A3A6CCAD71C}"/>
              </a:ext>
            </a:extLst>
          </p:cNvPr>
          <p:cNvSpPr txBox="1"/>
          <p:nvPr/>
        </p:nvSpPr>
        <p:spPr>
          <a:xfrm>
            <a:off x="7175500" y="3698263"/>
            <a:ext cx="4394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solidFill>
                  <a:srgbClr val="449420"/>
                </a:solidFill>
              </a:rPr>
              <a:t>Ёлки иголки!</a:t>
            </a:r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Содержание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3" y="1841861"/>
            <a:ext cx="8623663" cy="4835775"/>
          </a:xfrm>
        </p:spPr>
        <p:txBody>
          <a:bodyPr>
            <a:normAutofit/>
          </a:bodyPr>
          <a:lstStyle/>
          <a:p>
            <a:r>
              <a:rPr lang="ru-RU" dirty="0"/>
              <a:t>Описание</a:t>
            </a:r>
          </a:p>
          <a:p>
            <a:r>
              <a:rPr lang="ru-RU" dirty="0"/>
              <a:t>Архитектура системы</a:t>
            </a:r>
          </a:p>
          <a:p>
            <a:r>
              <a:rPr lang="ru-RU" dirty="0"/>
              <a:t>Технологический стек</a:t>
            </a:r>
          </a:p>
          <a:p>
            <a:r>
              <a:rPr lang="ru-RU" dirty="0"/>
              <a:t>Запуск</a:t>
            </a:r>
          </a:p>
          <a:p>
            <a:r>
              <a:rPr lang="ru-RU" dirty="0"/>
              <a:t>API документация</a:t>
            </a:r>
          </a:p>
          <a:p>
            <a:r>
              <a:rPr lang="ru-RU" dirty="0"/>
              <a:t>Структура базы данных</a:t>
            </a:r>
          </a:p>
          <a:p>
            <a:r>
              <a:rPr lang="ru-RU" dirty="0"/>
              <a:t>Конфигурация</a:t>
            </a:r>
          </a:p>
          <a:p>
            <a:r>
              <a:rPr lang="ru-RU" dirty="0"/>
              <a:t>Клиентское приложение</a:t>
            </a:r>
          </a:p>
          <a:p>
            <a:r>
              <a:rPr lang="ru-RU" dirty="0"/>
              <a:t>Команда</a:t>
            </a:r>
          </a:p>
        </p:txBody>
      </p:sp>
      <p:pic>
        <p:nvPicPr>
          <p:cNvPr id="6" name="Рисунок 5" descr="Изображение выглядит как мультфильм, Анимация, текст, Изображение компьютерной график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F129C25-ABC1-BEE7-DA51-0E2DBDC2E1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03" y="1980613"/>
            <a:ext cx="3041405" cy="289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7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A64C-1782-95E1-0D43-B995030B3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580A-BDF7-E327-85F7-1D42BBA8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Задачи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26BBB-CE9D-81B3-F181-A04D3398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3" y="1841861"/>
            <a:ext cx="9359842" cy="4835775"/>
          </a:xfrm>
        </p:spPr>
        <p:txBody>
          <a:bodyPr>
            <a:normAutofit/>
          </a:bodyPr>
          <a:lstStyle/>
          <a:p>
            <a:r>
              <a:rPr lang="ru-RU" dirty="0"/>
              <a:t>Подбирать вакансии на основе профиля и компетенций</a:t>
            </a:r>
          </a:p>
          <a:p>
            <a:r>
              <a:rPr lang="ru-RU" dirty="0"/>
              <a:t>Анализировать соответствие требованиям</a:t>
            </a:r>
          </a:p>
          <a:p>
            <a:r>
              <a:rPr lang="ru-RU" dirty="0"/>
              <a:t>Строить индивидуальный карьерный путь</a:t>
            </a:r>
          </a:p>
          <a:p>
            <a:r>
              <a:rPr lang="ru-RU" dirty="0"/>
              <a:t>Получать персонализированные рекомендации по развитию</a:t>
            </a:r>
          </a:p>
        </p:txBody>
      </p:sp>
    </p:spTree>
    <p:extLst>
      <p:ext uri="{BB962C8B-B14F-4D97-AF65-F5344CB8AC3E}">
        <p14:creationId xmlns:p14="http://schemas.microsoft.com/office/powerpoint/2010/main" val="2738333506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DC33-8AC4-E747-0F7D-7A0DF069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AB36-19BE-79B5-9561-1FCFBFC5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Архитектура системы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F083B-F650-15EA-12F5-5C5183295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943" y="1841861"/>
            <a:ext cx="9359842" cy="4835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Проект состоит из двух компонентов:</a:t>
            </a:r>
          </a:p>
          <a:p>
            <a:r>
              <a:rPr lang="ru-RU" dirty="0" err="1"/>
              <a:t>Backend</a:t>
            </a:r>
            <a:r>
              <a:rPr lang="ru-RU" dirty="0"/>
              <a:t> (сервер) — </a:t>
            </a:r>
            <a:r>
              <a:rPr lang="ru-RU" dirty="0" err="1"/>
              <a:t>FastAPI</a:t>
            </a:r>
            <a:r>
              <a:rPr lang="ru-RU" dirty="0"/>
              <a:t>-сервер с AI-ассистентом и базой данных</a:t>
            </a:r>
          </a:p>
          <a:p>
            <a:r>
              <a:rPr lang="ru-RU" dirty="0"/>
              <a:t>Client (клиент) — десктопное приложение на </a:t>
            </a:r>
            <a:r>
              <a:rPr lang="ru-RU" dirty="0" err="1"/>
              <a:t>Tkinter</a:t>
            </a:r>
            <a:r>
              <a:rPr lang="ru-RU" dirty="0"/>
              <a:t> для взаимодействия с сервером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4005FB-ADE2-3730-946E-A7E6E0FA9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43" y="4259748"/>
            <a:ext cx="5992061" cy="241968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78BBC3-D5A4-A88F-2B12-1B3FDA4A3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673" y="4128655"/>
            <a:ext cx="2823394" cy="282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7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9D4A-A44B-6057-C295-4A5D6D84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AECDBA-D6F6-FB92-A130-E16C7A109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D90D3F0-46D6-BE99-9683-7C9A1E08C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6" y="135916"/>
            <a:ext cx="3568990" cy="920695"/>
          </a:xfrm>
        </p:spPr>
        <p:txBody>
          <a:bodyPr>
            <a:normAutofit fontScale="90000"/>
          </a:bodyPr>
          <a:lstStyle/>
          <a:p>
            <a:r>
              <a:rPr lang="ru-RU" dirty="0"/>
              <a:t>Установка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C72FE0-C0B6-BD9B-CD05-2CFC83E41327}"/>
              </a:ext>
            </a:extLst>
          </p:cNvPr>
          <p:cNvSpPr txBox="1">
            <a:spLocks/>
          </p:cNvSpPr>
          <p:nvPr/>
        </p:nvSpPr>
        <p:spPr>
          <a:xfrm>
            <a:off x="1625429" y="1056611"/>
            <a:ext cx="3568990" cy="9206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ln>
                  <a:solidFill>
                    <a:srgbClr val="062754"/>
                  </a:solidFill>
                </a:ln>
                <a:solidFill>
                  <a:srgbClr val="33397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Настройка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C5ABE-2812-2B83-0F32-AC34340EF0A2}"/>
              </a:ext>
            </a:extLst>
          </p:cNvPr>
          <p:cNvSpPr txBox="1">
            <a:spLocks/>
          </p:cNvSpPr>
          <p:nvPr/>
        </p:nvSpPr>
        <p:spPr>
          <a:xfrm>
            <a:off x="2796203" y="1977306"/>
            <a:ext cx="3568990" cy="9206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ln>
                  <a:solidFill>
                    <a:srgbClr val="062754"/>
                  </a:solidFill>
                </a:ln>
                <a:solidFill>
                  <a:srgbClr val="33397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Запуск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272C11-47B5-BABE-B519-45B62FE1C6E5}"/>
              </a:ext>
            </a:extLst>
          </p:cNvPr>
          <p:cNvSpPr txBox="1">
            <a:spLocks/>
          </p:cNvSpPr>
          <p:nvPr/>
        </p:nvSpPr>
        <p:spPr>
          <a:xfrm>
            <a:off x="4517240" y="2968652"/>
            <a:ext cx="3157519" cy="9206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ln>
                  <a:solidFill>
                    <a:srgbClr val="062754"/>
                  </a:solidFill>
                </a:ln>
                <a:solidFill>
                  <a:srgbClr val="33397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FF0000"/>
                </a:solidFill>
              </a:rPr>
              <a:t>1 Минута</a:t>
            </a:r>
          </a:p>
        </p:txBody>
      </p:sp>
    </p:spTree>
    <p:extLst>
      <p:ext uri="{BB962C8B-B14F-4D97-AF65-F5344CB8AC3E}">
        <p14:creationId xmlns:p14="http://schemas.microsoft.com/office/powerpoint/2010/main" val="2618935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56A6-5601-319A-227D-9A8BD292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764DC0-A9D4-4935-C936-402A27CC4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C237A8B-A895-DF09-6EAB-473019FD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6" y="135916"/>
            <a:ext cx="11878048" cy="920695"/>
          </a:xfrm>
        </p:spPr>
        <p:txBody>
          <a:bodyPr>
            <a:normAutofit/>
          </a:bodyPr>
          <a:lstStyle/>
          <a:p>
            <a:r>
              <a:rPr lang="ru-RU" dirty="0"/>
              <a:t>Данные которые мы храним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1FC5466-E0E4-52E5-AB34-F3698856F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000" y="1292047"/>
            <a:ext cx="3698526" cy="550515"/>
          </a:xfrm>
        </p:spPr>
        <p:txBody>
          <a:bodyPr>
            <a:normAutofit/>
          </a:bodyPr>
          <a:lstStyle/>
          <a:p>
            <a:r>
              <a:rPr lang="ru-RU" dirty="0"/>
              <a:t>База данных хранит:</a:t>
            </a:r>
          </a:p>
        </p:txBody>
      </p:sp>
      <p:pic>
        <p:nvPicPr>
          <p:cNvPr id="3" name="Рисунок 2" descr="Изображение выглядит как текст, Мультфильм, фантастика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1004B62-6379-084B-57BC-BD512E18A0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0"/>
          <a:stretch>
            <a:fillRect/>
          </a:stretch>
        </p:blipFill>
        <p:spPr>
          <a:xfrm>
            <a:off x="8852538" y="1192527"/>
            <a:ext cx="2832108" cy="28556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E6425E-54E3-F1FE-8D29-82C490DB81F6}"/>
              </a:ext>
            </a:extLst>
          </p:cNvPr>
          <p:cNvSpPr txBox="1"/>
          <p:nvPr/>
        </p:nvSpPr>
        <p:spPr>
          <a:xfrm>
            <a:off x="957129" y="2555193"/>
            <a:ext cx="54094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ФИО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Логин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Пароль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Уровень 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Специализация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600" dirty="0"/>
              <a:t>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2960713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F343-BEF6-8DC7-962C-80B1B29D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5ADFB4F-9613-3B08-94FD-C7314057C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8E183F6-D67C-01A4-7B78-E06524B7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6" y="135916"/>
            <a:ext cx="11878048" cy="920695"/>
          </a:xfrm>
        </p:spPr>
        <p:txBody>
          <a:bodyPr>
            <a:normAutofit/>
          </a:bodyPr>
          <a:lstStyle/>
          <a:p>
            <a:r>
              <a:rPr lang="ru-RU" dirty="0"/>
              <a:t>Клиентское приложение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9808426-D7B8-1A5D-4889-B5036D971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000" y="1292047"/>
            <a:ext cx="9462018" cy="4877844"/>
          </a:xfrm>
        </p:spPr>
        <p:txBody>
          <a:bodyPr>
            <a:normAutofit/>
          </a:bodyPr>
          <a:lstStyle/>
          <a:p>
            <a:r>
              <a:rPr lang="ru-RU" dirty="0"/>
              <a:t>Возможности: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Авторизация и регистрация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Чат с AI-ассистентом в реальном времени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Индикаторы набора текста (</a:t>
            </a:r>
            <a:r>
              <a:rPr lang="ru-RU" dirty="0" err="1"/>
              <a:t>typing</a:t>
            </a:r>
            <a:r>
              <a:rPr lang="ru-RU" dirty="0"/>
              <a:t> </a:t>
            </a:r>
            <a:r>
              <a:rPr lang="ru-RU" dirty="0" err="1"/>
              <a:t>indicator</a:t>
            </a:r>
            <a:r>
              <a:rPr lang="ru-RU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Профиль пользователя с просмотром и редактированием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Навигация через боковую панель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Демо-режим для тестирования без сервера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CA36A9-3413-010B-A4ED-7C16B302A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532" y="877453"/>
            <a:ext cx="2461468" cy="43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68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E927-D5D2-C9CC-A54B-8EBA29CE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8EBE2F-412A-66CC-3B59-099782C2F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65DC7E3-A283-CD72-CDEC-B8402547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6" y="135916"/>
            <a:ext cx="11878048" cy="920695"/>
          </a:xfrm>
        </p:spPr>
        <p:txBody>
          <a:bodyPr>
            <a:normAutofit/>
          </a:bodyPr>
          <a:lstStyle/>
          <a:p>
            <a:r>
              <a:rPr lang="ru-RU" dirty="0"/>
              <a:t>Клиентское приложение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01847CD-3279-E0FC-4930-23A1A9D04A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76" y="1056611"/>
            <a:ext cx="8816108" cy="557900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C1985B9-EFFC-4234-D484-7384EA46B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828" y="519157"/>
            <a:ext cx="2851684" cy="270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309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E49B-4176-D4B5-3FE8-D02DA86E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6BA556-F485-A2F7-30F8-95437BACD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F9DD16E-6A85-176B-4F17-4204D4B9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6" y="135916"/>
            <a:ext cx="11878048" cy="920695"/>
          </a:xfrm>
        </p:spPr>
        <p:txBody>
          <a:bodyPr>
            <a:normAutofit/>
          </a:bodyPr>
          <a:lstStyle/>
          <a:p>
            <a:r>
              <a:rPr lang="ru-RU" dirty="0"/>
              <a:t>Клиентское приложение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CB9265C-0DE6-D109-000F-752FE0D0A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828" y="519157"/>
            <a:ext cx="2851684" cy="270159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4D4A24-046D-1AF8-C43F-B41B2BA73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8" y="952454"/>
            <a:ext cx="5319330" cy="336826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AD9C376-02DB-6464-41C4-413954D056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129" y="3429000"/>
            <a:ext cx="5319330" cy="33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754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CE61-97D8-52D2-2773-2C8A58CF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3E6279-36BB-1B31-5547-A0CA7F168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D6ECCEF-5A66-C881-9A76-E41E9E885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6" y="135916"/>
            <a:ext cx="11878048" cy="920695"/>
          </a:xfrm>
        </p:spPr>
        <p:txBody>
          <a:bodyPr>
            <a:normAutofit/>
          </a:bodyPr>
          <a:lstStyle/>
          <a:p>
            <a:r>
              <a:rPr lang="ru-RU" dirty="0"/>
              <a:t>Команда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24177A8-598E-0E32-AD97-297BDCB55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000" y="1292047"/>
            <a:ext cx="9462018" cy="4877844"/>
          </a:xfrm>
        </p:spPr>
        <p:txBody>
          <a:bodyPr>
            <a:normAutofit/>
          </a:bodyPr>
          <a:lstStyle/>
          <a:p>
            <a:r>
              <a:rPr lang="ru-RU" dirty="0"/>
              <a:t>Названия команды - [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rm</a:t>
            </a:r>
            <a:r>
              <a:rPr lang="ru-RU" dirty="0"/>
              <a:t> -</a:t>
            </a:r>
            <a:r>
              <a:rPr lang="ru-RU" dirty="0" err="1"/>
              <a:t>rf</a:t>
            </a:r>
            <a:r>
              <a:rPr lang="ru-RU" dirty="0"/>
              <a:t> ~/]</a:t>
            </a:r>
          </a:p>
          <a:p>
            <a:r>
              <a:rPr lang="ru-RU" dirty="0"/>
              <a:t>Над проектом работали (•◡•):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leowrre</a:t>
            </a:r>
            <a:r>
              <a:rPr lang="ru-RU" dirty="0"/>
              <a:t> | Пётр (─‿‿─) - тимлид и разработчик базы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EinKamerad</a:t>
            </a:r>
            <a:r>
              <a:rPr lang="ru-RU" dirty="0"/>
              <a:t> | Егор (͠≖ ͜ʖ͠≖)👌 - </a:t>
            </a:r>
            <a:r>
              <a:rPr lang="ru-RU" dirty="0" err="1"/>
              <a:t>frontend</a:t>
            </a:r>
            <a:r>
              <a:rPr lang="ru-RU" dirty="0"/>
              <a:t> разработчик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Rushivez</a:t>
            </a:r>
            <a:r>
              <a:rPr lang="ru-RU" dirty="0"/>
              <a:t> | Владимир (̶◉͛‿◉̶) – </a:t>
            </a:r>
            <a:r>
              <a:rPr lang="ru-RU" dirty="0" err="1"/>
              <a:t>backend</a:t>
            </a:r>
            <a:r>
              <a:rPr lang="ru-RU" dirty="0"/>
              <a:t> разработчик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hyterasy</a:t>
            </a:r>
            <a:r>
              <a:rPr lang="ru-RU" dirty="0"/>
              <a:t> | Сергей 👋≧◉ᴥ◉≦ - </a:t>
            </a:r>
            <a:r>
              <a:rPr lang="ru-RU" dirty="0" err="1"/>
              <a:t>frontend</a:t>
            </a:r>
            <a:r>
              <a:rPr lang="ru-RU" dirty="0"/>
              <a:t> разработчик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u="sng" dirty="0" err="1"/>
              <a:t>Rykaded</a:t>
            </a:r>
            <a:r>
              <a:rPr lang="ru-RU" dirty="0"/>
              <a:t> | Артём ✍(◔◡◔) - дизайнер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7A16B2-B67F-32A2-799A-FA456F1F1D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00" y="4424539"/>
            <a:ext cx="2363189" cy="22975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268D2C-5A21-4282-67AC-597167C049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058" y="4424539"/>
            <a:ext cx="3232942" cy="2316942"/>
          </a:xfrm>
          <a:prstGeom prst="rect">
            <a:avLst/>
          </a:prstGeom>
        </p:spPr>
      </p:pic>
      <p:pic>
        <p:nvPicPr>
          <p:cNvPr id="4" name="Рисунок 3" descr="Изображение выглядит как мультфильм, иллюстрация, рисунок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593FC4-3DAE-E738-0564-4DC3117E2A3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869" y="4424539"/>
            <a:ext cx="2805535" cy="23453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C2B53AD0-8B01-8ADA-B416-501C2736CF2C}"/>
                  </a:ext>
                </a:extLst>
              </p14:cNvPr>
              <p14:cNvContentPartPr/>
              <p14:nvPr/>
            </p14:nvContentPartPr>
            <p14:xfrm>
              <a:off x="6658395" y="4898505"/>
              <a:ext cx="601200" cy="664200"/>
            </p14:xfrm>
          </p:contentPart>
        </mc:Choice>
        <mc:Fallback xmlns=""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C2B53AD0-8B01-8ADA-B416-501C2736CF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95755" y="4835865"/>
                <a:ext cx="726840" cy="78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C1EBB44B-DFD2-63B1-A4D9-FFE07F08B9BA}"/>
              </a:ext>
            </a:extLst>
          </p:cNvPr>
          <p:cNvGrpSpPr/>
          <p:nvPr/>
        </p:nvGrpSpPr>
        <p:grpSpPr>
          <a:xfrm>
            <a:off x="6467280" y="4648095"/>
            <a:ext cx="657720" cy="1114920"/>
            <a:chOff x="6467280" y="4648095"/>
            <a:chExt cx="657720" cy="11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7D6ABBD4-DF0B-7DB6-D062-9E8E2FE76797}"/>
                    </a:ext>
                  </a:extLst>
                </p14:cNvPr>
                <p14:cNvContentPartPr/>
                <p14:nvPr/>
              </p14:nvContentPartPr>
              <p14:xfrm>
                <a:off x="6467280" y="4648095"/>
                <a:ext cx="543240" cy="800640"/>
              </p14:xfrm>
            </p:contentPart>
          </mc:Choice>
          <mc:Fallback xmlns=""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7D6ABBD4-DF0B-7DB6-D062-9E8E2FE767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04640" y="4585095"/>
                  <a:ext cx="668880" cy="9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29471316-A04A-3106-7EB4-0DFCB4E378B4}"/>
                    </a:ext>
                  </a:extLst>
                </p14:cNvPr>
                <p14:cNvContentPartPr/>
                <p14:nvPr/>
              </p14:nvContentPartPr>
              <p14:xfrm>
                <a:off x="6535680" y="4686255"/>
                <a:ext cx="579600" cy="840600"/>
              </p14:xfrm>
            </p:contentPart>
          </mc:Choice>
          <mc:Fallback xmlns=""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29471316-A04A-3106-7EB4-0DFCB4E378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72680" y="4623255"/>
                  <a:ext cx="705240" cy="9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C317AE12-CDA1-0B26-FBB0-9CD6B6300853}"/>
                    </a:ext>
                  </a:extLst>
                </p14:cNvPr>
                <p14:cNvContentPartPr/>
                <p14:nvPr/>
              </p14:nvContentPartPr>
              <p14:xfrm>
                <a:off x="6603720" y="4819455"/>
                <a:ext cx="521280" cy="73764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C317AE12-CDA1-0B26-FBB0-9CD6B63008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40720" y="4756455"/>
                  <a:ext cx="646920" cy="86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0C2C7A30-3488-4A91-2E59-6B55F5999025}"/>
                    </a:ext>
                  </a:extLst>
                </p14:cNvPr>
                <p14:cNvContentPartPr/>
                <p14:nvPr/>
              </p14:nvContentPartPr>
              <p14:xfrm>
                <a:off x="6723600" y="5631255"/>
                <a:ext cx="23040" cy="131760"/>
              </p14:xfrm>
            </p:contentPart>
          </mc:Choice>
          <mc:Fallback xmlns=""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0C2C7A30-3488-4A91-2E59-6B55F59990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60600" y="5568615"/>
                  <a:ext cx="1486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0B7FBCB6-1464-8F86-5748-10D30B6912A1}"/>
                    </a:ext>
                  </a:extLst>
                </p14:cNvPr>
                <p14:cNvContentPartPr/>
                <p14:nvPr/>
              </p14:nvContentPartPr>
              <p14:xfrm>
                <a:off x="6763200" y="5581575"/>
                <a:ext cx="28440" cy="37440"/>
              </p14:xfrm>
            </p:contentPart>
          </mc:Choice>
          <mc:Fallback xmlns=""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0B7FBCB6-1464-8F86-5748-10D30B6912A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00200" y="5518575"/>
                  <a:ext cx="154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118ECCBD-F9AA-F66B-E966-85EC775116A2}"/>
                    </a:ext>
                  </a:extLst>
                </p14:cNvPr>
                <p14:cNvContentPartPr/>
                <p14:nvPr/>
              </p14:nvContentPartPr>
              <p14:xfrm>
                <a:off x="6781560" y="5638815"/>
                <a:ext cx="360" cy="36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118ECCBD-F9AA-F66B-E966-85EC775116A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18560" y="557581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AC483725-3725-5442-D3D8-E10C4FF04A50}"/>
                    </a:ext>
                  </a:extLst>
                </p14:cNvPr>
                <p14:cNvContentPartPr/>
                <p14:nvPr/>
              </p14:nvContentPartPr>
              <p14:xfrm>
                <a:off x="6800696" y="5705501"/>
                <a:ext cx="24480" cy="42840"/>
              </p14:xfrm>
            </p:contentPart>
          </mc:Choice>
          <mc:Fallback xmlns=""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AC483725-3725-5442-D3D8-E10C4FF04A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94576" y="5699381"/>
                  <a:ext cx="36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Рукописный ввод 24">
                  <a:extLst>
                    <a:ext uri="{FF2B5EF4-FFF2-40B4-BE49-F238E27FC236}">
                      <a16:creationId xmlns:a16="http://schemas.microsoft.com/office/drawing/2014/main" id="{45D9FCBD-C460-9FBE-0B73-F043E87BC1C4}"/>
                    </a:ext>
                  </a:extLst>
                </p14:cNvPr>
                <p14:cNvContentPartPr/>
                <p14:nvPr/>
              </p14:nvContentPartPr>
              <p14:xfrm>
                <a:off x="7024616" y="5576621"/>
                <a:ext cx="7560" cy="4680"/>
              </p14:xfrm>
            </p:contentPart>
          </mc:Choice>
          <mc:Fallback xmlns="">
            <p:pic>
              <p:nvPicPr>
                <p:cNvPr id="25" name="Рукописный ввод 24">
                  <a:extLst>
                    <a:ext uri="{FF2B5EF4-FFF2-40B4-BE49-F238E27FC236}">
                      <a16:creationId xmlns:a16="http://schemas.microsoft.com/office/drawing/2014/main" id="{45D9FCBD-C460-9FBE-0B73-F043E87BC1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18496" y="5570501"/>
                  <a:ext cx="198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Рукописный ввод 25">
                  <a:extLst>
                    <a:ext uri="{FF2B5EF4-FFF2-40B4-BE49-F238E27FC236}">
                      <a16:creationId xmlns:a16="http://schemas.microsoft.com/office/drawing/2014/main" id="{B86A1A6E-A288-7B38-17A7-431BD1EB4BEE}"/>
                    </a:ext>
                  </a:extLst>
                </p14:cNvPr>
                <p14:cNvContentPartPr/>
                <p14:nvPr/>
              </p14:nvContentPartPr>
              <p14:xfrm>
                <a:off x="7042976" y="5552861"/>
                <a:ext cx="720" cy="14040"/>
              </p14:xfrm>
            </p:contentPart>
          </mc:Choice>
          <mc:Fallback xmlns="">
            <p:pic>
              <p:nvPicPr>
                <p:cNvPr id="26" name="Рукописный ввод 25">
                  <a:extLst>
                    <a:ext uri="{FF2B5EF4-FFF2-40B4-BE49-F238E27FC236}">
                      <a16:creationId xmlns:a16="http://schemas.microsoft.com/office/drawing/2014/main" id="{B86A1A6E-A288-7B38-17A7-431BD1EB4BE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36856" y="5546741"/>
                  <a:ext cx="12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Рукописный ввод 27">
                  <a:extLst>
                    <a:ext uri="{FF2B5EF4-FFF2-40B4-BE49-F238E27FC236}">
                      <a16:creationId xmlns:a16="http://schemas.microsoft.com/office/drawing/2014/main" id="{58224E81-04C3-C52A-1C5F-CC40CCE6A956}"/>
                    </a:ext>
                  </a:extLst>
                </p14:cNvPr>
                <p14:cNvContentPartPr/>
                <p14:nvPr/>
              </p14:nvContentPartPr>
              <p14:xfrm>
                <a:off x="7033976" y="5560421"/>
                <a:ext cx="14760" cy="23760"/>
              </p14:xfrm>
            </p:contentPart>
          </mc:Choice>
          <mc:Fallback xmlns="">
            <p:pic>
              <p:nvPicPr>
                <p:cNvPr id="28" name="Рукописный ввод 27">
                  <a:extLst>
                    <a:ext uri="{FF2B5EF4-FFF2-40B4-BE49-F238E27FC236}">
                      <a16:creationId xmlns:a16="http://schemas.microsoft.com/office/drawing/2014/main" id="{58224E81-04C3-C52A-1C5F-CC40CCE6A95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27856" y="5554301"/>
                  <a:ext cx="270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7420019"/>
      </p:ext>
    </p:extLst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b-PowerPoint-Template" id="{6B5DC421-45A8-AA40-A8E5-F34876FE0DE7}" vid="{7C8ABD6D-B738-8447-8793-990BCBEEEFA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My-Little-Pony-PowerPoint-Template</Template>
  <TotalTime>329</TotalTime>
  <Words>214</Words>
  <Application>Microsoft Office PowerPoint</Application>
  <PresentationFormat>Широкоэкранный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Trebuchet MS</vt:lpstr>
      <vt:lpstr>Тема Office</vt:lpstr>
      <vt:lpstr>Карьерный трек AI</vt:lpstr>
      <vt:lpstr>Содержание</vt:lpstr>
      <vt:lpstr>Задачи</vt:lpstr>
      <vt:lpstr>Архитектура системы</vt:lpstr>
      <vt:lpstr>Установка</vt:lpstr>
      <vt:lpstr>Данные которые мы храним</vt:lpstr>
      <vt:lpstr>Клиентское приложение</vt:lpstr>
      <vt:lpstr>Клиентское приложение</vt:lpstr>
      <vt:lpstr>Клиентское приложение</vt:lpstr>
      <vt:lpstr>Команда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 Penisstalina03</dc:creator>
  <cp:lastModifiedBy>leokonichiva@mail.ru</cp:lastModifiedBy>
  <cp:revision>13</cp:revision>
  <dcterms:created xsi:type="dcterms:W3CDTF">2026-04-05T00:52:13Z</dcterms:created>
  <dcterms:modified xsi:type="dcterms:W3CDTF">2026-04-05T07:26:21Z</dcterms:modified>
</cp:coreProperties>
</file>